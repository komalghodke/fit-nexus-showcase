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65" r:id="rId3"/>
    <p:sldId id="267" r:id="rId4"/>
    <p:sldId id="257" r:id="rId5"/>
    <p:sldId id="258" r:id="rId6"/>
    <p:sldId id="261" r:id="rId7"/>
    <p:sldId id="260" r:id="rId8"/>
    <p:sldId id="273" r:id="rId9"/>
    <p:sldId id="275" r:id="rId10"/>
    <p:sldId id="271" r:id="rId11"/>
    <p:sldId id="272" r:id="rId12"/>
    <p:sldId id="270" r:id="rId13"/>
    <p:sldId id="274" r:id="rId14"/>
    <p:sldId id="269" r:id="rId15"/>
    <p:sldId id="268" r:id="rId16"/>
    <p:sldId id="259" r:id="rId17"/>
    <p:sldId id="264" r:id="rId18"/>
    <p:sldId id="262" r:id="rId19"/>
    <p:sldId id="263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42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87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6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1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8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2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8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8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C44B84A-B835-41F6-A035-E51B71D62CC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018D2BD-CB18-4878-8666-B4062FA65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0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B324-4AC9-37A8-BFC3-CFE834EC2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857" y="-79159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Nexus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00B82-E269-7C15-5C86-D7FE4EA61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857" y="2298450"/>
            <a:ext cx="9144000" cy="5563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Wellness Tracking &amp; Analytics Platform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5F30844-064A-41A6-0302-4384FC134C26}"/>
              </a:ext>
            </a:extLst>
          </p:cNvPr>
          <p:cNvSpPr txBox="1">
            <a:spLocks/>
          </p:cNvSpPr>
          <p:nvPr/>
        </p:nvSpPr>
        <p:spPr>
          <a:xfrm>
            <a:off x="1524000" y="3233288"/>
            <a:ext cx="9144000" cy="556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PGCP-AC Feb 26 (CDAC Project)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118AABC-FD6A-6E75-9246-6720BA50C5FE}"/>
              </a:ext>
            </a:extLst>
          </p:cNvPr>
          <p:cNvSpPr txBox="1">
            <a:spLocks/>
          </p:cNvSpPr>
          <p:nvPr/>
        </p:nvSpPr>
        <p:spPr>
          <a:xfrm>
            <a:off x="1785257" y="4546658"/>
            <a:ext cx="9144000" cy="556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72975-0135-5410-425A-55DEC303CC01}"/>
              </a:ext>
            </a:extLst>
          </p:cNvPr>
          <p:cNvSpPr txBox="1"/>
          <p:nvPr/>
        </p:nvSpPr>
        <p:spPr>
          <a:xfrm>
            <a:off x="1905000" y="422580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marL="342900" indent="-342900" algn="just"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Komal Ghodke 		- (260245920034) </a:t>
            </a: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Anuj Deshmukh</a:t>
            </a:r>
            <a:r>
              <a:rPr lang="en-US" sz="1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	- (260245920019) </a:t>
            </a:r>
          </a:p>
          <a:p>
            <a:pPr marL="342900" indent="-342900" algn="just">
              <a:buFontTx/>
              <a:buAutoNum type="arabicPeriod"/>
            </a:pPr>
            <a:r>
              <a:rPr lang="en-US" sz="1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Mayur Deo</a:t>
            </a:r>
            <a:r>
              <a:rPr lang="en-US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		- (260245920042) </a:t>
            </a:r>
            <a:endParaRPr lang="en-US" sz="1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Pratik Diwan 		- (260245920060) </a:t>
            </a:r>
          </a:p>
          <a:p>
            <a:pPr marL="342900" indent="-342900" algn="just"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Sakshi Khandare 	- (260245920066) </a:t>
            </a:r>
          </a:p>
        </p:txBody>
      </p:sp>
    </p:spTree>
    <p:extLst>
      <p:ext uri="{BB962C8B-B14F-4D97-AF65-F5344CB8AC3E}">
        <p14:creationId xmlns:p14="http://schemas.microsoft.com/office/powerpoint/2010/main" val="38194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02E2-87EB-3BAC-6B4C-4FC2E132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5" y="549729"/>
            <a:ext cx="9875520" cy="468086"/>
          </a:xfrm>
        </p:spPr>
        <p:txBody>
          <a:bodyPr>
            <a:noAutofit/>
          </a:bodyPr>
          <a:lstStyle/>
          <a:p>
            <a:r>
              <a:rPr lang="en-IN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 OF CONTENT</a:t>
            </a:r>
            <a:r>
              <a:rPr lang="en-US" altLang="en-IN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br>
              <a:rPr lang="en-US" altLang="en-IN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DFDFB-49FC-797E-7FBA-6E7D5CED5FE3}"/>
              </a:ext>
            </a:extLst>
          </p:cNvPr>
          <p:cNvSpPr txBox="1"/>
          <p:nvPr/>
        </p:nvSpPr>
        <p:spPr>
          <a:xfrm>
            <a:off x="1143000" y="783772"/>
            <a:ext cx="9993085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571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 marL="571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Diagram, </a:t>
            </a:r>
          </a:p>
          <a:p>
            <a:pPr marL="571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pPr marL="571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Diagram.</a:t>
            </a:r>
          </a:p>
          <a:p>
            <a:pPr marL="571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to be Implemented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6238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CF5F-0B7B-8F2F-929B-C173095F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36501-2338-3964-D77B-94B2853F0A9F}"/>
              </a:ext>
            </a:extLst>
          </p:cNvPr>
          <p:cNvSpPr txBox="1"/>
          <p:nvPr/>
        </p:nvSpPr>
        <p:spPr>
          <a:xfrm>
            <a:off x="555171" y="1965960"/>
            <a:ext cx="11429999" cy="277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NEXUS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wellness tracking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workout, nutrition, sleep, and stress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aligning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AYUSH preventive health goals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AI/GenAI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predictive scoring, multilingual PDF reports, and personalized narration.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HR and trainers, plus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Anchored 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Dimensions of Wellness (6Ds)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complete user guidance</a:t>
            </a:r>
          </a:p>
        </p:txBody>
      </p:sp>
    </p:spTree>
    <p:extLst>
      <p:ext uri="{BB962C8B-B14F-4D97-AF65-F5344CB8AC3E}">
        <p14:creationId xmlns:p14="http://schemas.microsoft.com/office/powerpoint/2010/main" val="369391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2176-65F7-36AA-078E-118B4411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45B6A9-CC2C-F994-0935-4A0B73391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229" y="1856203"/>
            <a:ext cx="11451771" cy="333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wellness apps are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(fitness-only or diet-only).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the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6Ds holistic wellness domains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Emotional, Physical, Spiritual, Intellectual, Social, Occupational.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AI narration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culturally rooted recommendations.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Enterprises lack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aggregated analytics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employee wellness.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secure, scalable, and culturally authentic platform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supports both individuals &amp;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19154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2E3A-4479-7846-1D8D-5888A72D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155" y="195943"/>
            <a:ext cx="9875520" cy="13563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2AB0B5-C3C1-5B51-BD2C-33B475768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8240" y="1384067"/>
            <a:ext cx="9248503" cy="4775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ecosystem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holistic wellness tracking.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6Ds of wellness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mood journaling, stress awareness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workouts, nutrition, sleep quality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Spiritual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breathwork, reflection, mindfulness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Intellectual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curiosity, learning, mindful insights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empathy, connection, shared wellness language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Occupational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balance, clarity, purpose in daily life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(JWT/OAuth) and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insights, predictive scoring, and multilingual PDF reports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 dashboard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(ASP.NET Core) for HR and trainers.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readiness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Docker deployment and Azure cloud credits.</a:t>
            </a:r>
          </a:p>
        </p:txBody>
      </p:sp>
    </p:spTree>
    <p:extLst>
      <p:ext uri="{BB962C8B-B14F-4D97-AF65-F5344CB8AC3E}">
        <p14:creationId xmlns:p14="http://schemas.microsoft.com/office/powerpoint/2010/main" val="156701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EF72-C6E7-39F5-6ED3-46D6F2EC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Technology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82D109-F4C9-2D6E-198D-1902526C0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3377" y="1813560"/>
            <a:ext cx="905628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React (Web)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Spring Boot (Java), ASP.NET Core (Corporate dashboard)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MySQL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Docker, Postman, GitHub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JWT Authentication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Google Maps API, SERP API, Google Gemini API, Fitbit API (future)</a:t>
            </a:r>
          </a:p>
        </p:txBody>
      </p:sp>
    </p:spTree>
    <p:extLst>
      <p:ext uri="{BB962C8B-B14F-4D97-AF65-F5344CB8AC3E}">
        <p14:creationId xmlns:p14="http://schemas.microsoft.com/office/powerpoint/2010/main" val="329474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AAEB-A90A-37DF-71F9-713E43D2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F2F43E-770A-42B6-610E-A3A556A297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3480" y="1965960"/>
            <a:ext cx="889141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→ React Web → Backend (Spring Boot) → Database (MySQL)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AI/GenAI Layer → predictive scoring + narration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 → Azure free tier deployment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ASP.NET Core dashboard</a:t>
            </a:r>
          </a:p>
        </p:txBody>
      </p:sp>
    </p:spTree>
    <p:extLst>
      <p:ext uri="{BB962C8B-B14F-4D97-AF65-F5344CB8AC3E}">
        <p14:creationId xmlns:p14="http://schemas.microsoft.com/office/powerpoint/2010/main" val="806023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53B272E-DA46-77C5-CA25-D85D580D0E0A}"/>
              </a:ext>
            </a:extLst>
          </p:cNvPr>
          <p:cNvSpPr txBox="1"/>
          <p:nvPr/>
        </p:nvSpPr>
        <p:spPr>
          <a:xfrm>
            <a:off x="631372" y="616366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Proposed System Architecture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A3D42A-A18E-D982-9A03-15B8E28A8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72" y="334736"/>
            <a:ext cx="5018314" cy="61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2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>
            <a:extLst>
              <a:ext uri="{FF2B5EF4-FFF2-40B4-BE49-F238E27FC236}">
                <a16:creationId xmlns:a16="http://schemas.microsoft.com/office/drawing/2014/main" id="{B1E4C183-3A46-51D7-D793-028AD18B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88" y="1037078"/>
            <a:ext cx="6637112" cy="4783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38E954-9305-A04C-33B1-19958201701F}"/>
              </a:ext>
            </a:extLst>
          </p:cNvPr>
          <p:cNvSpPr txBox="1"/>
          <p:nvPr/>
        </p:nvSpPr>
        <p:spPr>
          <a:xfrm>
            <a:off x="1317171" y="1037078"/>
            <a:ext cx="23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Diagram : System Flow</a:t>
            </a:r>
          </a:p>
        </p:txBody>
      </p:sp>
    </p:spTree>
    <p:extLst>
      <p:ext uri="{BB962C8B-B14F-4D97-AF65-F5344CB8AC3E}">
        <p14:creationId xmlns:p14="http://schemas.microsoft.com/office/powerpoint/2010/main" val="375896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56A92F-56E5-71EB-7AFB-CE554C13CDBF}"/>
              </a:ext>
            </a:extLst>
          </p:cNvPr>
          <p:cNvSpPr txBox="1"/>
          <p:nvPr/>
        </p:nvSpPr>
        <p:spPr>
          <a:xfrm>
            <a:off x="631372" y="616366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1">
            <a:extLst>
              <a:ext uri="{FF2B5EF4-FFF2-40B4-BE49-F238E27FC236}">
                <a16:creationId xmlns:a16="http://schemas.microsoft.com/office/drawing/2014/main" id="{5F3E2ACD-10B4-DBC4-2802-2F91829E5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31" y="1443944"/>
            <a:ext cx="9537938" cy="412954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48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36C5A3-8EF4-FAC2-EAF2-33542538D3BF}"/>
              </a:ext>
            </a:extLst>
          </p:cNvPr>
          <p:cNvSpPr txBox="1"/>
          <p:nvPr/>
        </p:nvSpPr>
        <p:spPr>
          <a:xfrm>
            <a:off x="620486" y="311566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>
              <a:lnSpc>
                <a:spcPct val="150000"/>
              </a:lnSpc>
            </a:pPr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Sequence Diagram, 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1">
            <a:extLst>
              <a:ext uri="{FF2B5EF4-FFF2-40B4-BE49-F238E27FC236}">
                <a16:creationId xmlns:a16="http://schemas.microsoft.com/office/drawing/2014/main" id="{2FAF820C-3057-9884-EE98-D39B0DFD9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907" y="769640"/>
            <a:ext cx="6607069" cy="571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832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2E0467-423D-A42A-1410-0972FD255690}"/>
              </a:ext>
            </a:extLst>
          </p:cNvPr>
          <p:cNvSpPr txBox="1"/>
          <p:nvPr/>
        </p:nvSpPr>
        <p:spPr>
          <a:xfrm>
            <a:off x="598714" y="559753"/>
            <a:ext cx="18070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pt-BR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Class Diagram</a:t>
            </a:r>
            <a:endParaRPr lang="en-US" dirty="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6A795091-C470-1927-0BF4-AAF2DC5AA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787" y="979714"/>
            <a:ext cx="8066318" cy="537754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2216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9BBDE363-59F1-33B6-8A30-F6F3BCCE4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30" y="890401"/>
            <a:ext cx="10430910" cy="5477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D39E33-309D-1D31-E965-1D6BFA26D920}"/>
              </a:ext>
            </a:extLst>
          </p:cNvPr>
          <p:cNvSpPr txBox="1"/>
          <p:nvPr/>
        </p:nvSpPr>
        <p:spPr>
          <a:xfrm>
            <a:off x="936171" y="5210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076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9B8091-B255-5F8F-1B30-52CCA3155258}"/>
              </a:ext>
            </a:extLst>
          </p:cNvPr>
          <p:cNvSpPr txBox="1"/>
          <p:nvPr/>
        </p:nvSpPr>
        <p:spPr>
          <a:xfrm>
            <a:off x="631371" y="457200"/>
            <a:ext cx="322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Entity Diagram.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A47288-18FC-EB13-8E1D-6A640E0D6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986" y="1164771"/>
            <a:ext cx="7903710" cy="526914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4236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E4EA66-DA5F-05B2-1FB8-A5F9BB1644BD}"/>
              </a:ext>
            </a:extLst>
          </p:cNvPr>
          <p:cNvSpPr txBox="1"/>
          <p:nvPr/>
        </p:nvSpPr>
        <p:spPr>
          <a:xfrm>
            <a:off x="1077685" y="534636"/>
            <a:ext cx="376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Entity Relationship Diagram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95C63B-4C9E-E069-D39C-A8FB7668B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479" y="1065564"/>
            <a:ext cx="7886700" cy="52578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83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FE32-DB4F-3D37-3335-826C0A4D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Modules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FACC-CF7C-5777-2047-1EBCBDC5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(Register/Login/Profile)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Workout tracking (type, duration, calories)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Nutrition tracking (food items, macros, calories)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tracking (hours, quality)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tracking (level, notes)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Wellness assessment → PDF reports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scoring → calories, stress, sleep quality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narration → personalized health plans</a:t>
            </a:r>
          </a:p>
          <a:p>
            <a:pPr algn="just">
              <a:lnSpc>
                <a:spcPct val="110000"/>
              </a:lnSpc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633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9347-51F1-E6E7-F60E-08D39A59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Deployment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78D32B-F7E8-0645-C983-DCAB83F9B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2536" y="1965191"/>
            <a:ext cx="5577168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backend + frontend using Docker.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on Azure free tier (student credits).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CI/CD pipeline with GitHub integration.</a:t>
            </a:r>
          </a:p>
        </p:txBody>
      </p:sp>
    </p:spTree>
    <p:extLst>
      <p:ext uri="{BB962C8B-B14F-4D97-AF65-F5344CB8AC3E}">
        <p14:creationId xmlns:p14="http://schemas.microsoft.com/office/powerpoint/2010/main" val="2256930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9285-EC7E-7319-461D-B0916E45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9408F0-E929-90F4-0B3A-D049F3E2F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32705" y="1814632"/>
            <a:ext cx="9044152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connectivity via Fitbit API.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enterprise wellness management.</a:t>
            </a:r>
          </a:p>
        </p:txBody>
      </p:sp>
    </p:spTree>
    <p:extLst>
      <p:ext uri="{BB962C8B-B14F-4D97-AF65-F5344CB8AC3E}">
        <p14:creationId xmlns:p14="http://schemas.microsoft.com/office/powerpoint/2010/main" val="2029533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8094-3935-5E53-0785-406706FA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Conclusion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3FB2566-305B-146C-706B-9E2E2682CA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3309" y="1873667"/>
            <a:ext cx="8930650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deliver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full‑stack wellness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tracking and analytics.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will manage wellness data and generate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AI/GenAI will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scoring and health guidance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and deployed on Azure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scalability.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 Nexus will evolve into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wearable and dashboard integration.</a:t>
            </a:r>
          </a:p>
        </p:txBody>
      </p:sp>
    </p:spTree>
    <p:extLst>
      <p:ext uri="{BB962C8B-B14F-4D97-AF65-F5344CB8AC3E}">
        <p14:creationId xmlns:p14="http://schemas.microsoft.com/office/powerpoint/2010/main" val="1756641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D15E70-1349-DC00-9621-AEF78AC3F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6600606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446</TotalTime>
  <Words>656</Words>
  <Application>Microsoft Office PowerPoint</Application>
  <PresentationFormat>Widescreen</PresentationFormat>
  <Paragraphs>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Corbel</vt:lpstr>
      <vt:lpstr>Times New Roman</vt:lpstr>
      <vt:lpstr>Wingdings</vt:lpstr>
      <vt:lpstr>Basis</vt:lpstr>
      <vt:lpstr>Fit Nexus</vt:lpstr>
      <vt:lpstr>TABLE OF CONTENTS </vt:lpstr>
      <vt:lpstr>1. Introduction</vt:lpstr>
      <vt:lpstr>Problem Statement</vt:lpstr>
      <vt:lpstr>Objectives</vt:lpstr>
      <vt:lpstr>2. Technology Stack</vt:lpstr>
      <vt:lpstr>3. 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Modules to be Implemented</vt:lpstr>
      <vt:lpstr>5. Deployment</vt:lpstr>
      <vt:lpstr>6. Future Scope</vt:lpstr>
      <vt:lpstr>7. 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G</dc:creator>
  <cp:lastModifiedBy>admin</cp:lastModifiedBy>
  <cp:revision>118</cp:revision>
  <dcterms:created xsi:type="dcterms:W3CDTF">2026-06-14T16:46:56Z</dcterms:created>
  <dcterms:modified xsi:type="dcterms:W3CDTF">2026-07-30T14:04:45Z</dcterms:modified>
</cp:coreProperties>
</file>